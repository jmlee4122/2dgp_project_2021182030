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9EC78-92CF-468A-C9EC-AFE414E1E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6AB8DD-829E-DB87-D983-C866EABE1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D6BB4-2404-43D9-72A3-EC5234D44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B8C2B5-94F8-0CB1-0E49-751CF47A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5E2196-80B6-CA3D-2F47-D6427B11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824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D5D54F-FFA0-7C33-F467-7BD79EF6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B19AA2-ED1C-A28E-6842-AFF95D29F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E5AFE7-C4B8-B80E-8CD7-76A5D641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09A0C3-E7FA-D9E3-962B-02569A11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1B0E3-39D5-C6E9-A641-55D44640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562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BAA6D-FEA4-9F7B-B9AC-F0810640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004646-DD91-5070-C949-2DD2DDE01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341764-1113-5787-9447-F72192BC1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1DA026-106A-C84A-BB79-F3A573B1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65020F-8F19-29FF-8865-16280F13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717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A5326-C7F5-CD30-8BC6-769B563C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72FC78-65DC-2C65-8EAF-A6A533C3C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B0CDE1-1986-2AC6-3FD0-3B5203806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F6E187-B979-14F9-9347-B10A27309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AE8896-8837-48CD-B8A7-213C37A0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1870A4-1D66-CA1B-DFE7-CA38B7D5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90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FCC97-23A1-C050-C9D8-D180D252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E7FD5F-8AAE-E7E5-18E2-29C70FE68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806FDD-0990-8BFC-D6E9-DE24B1501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200E02-2BA3-D1E8-DFBF-25C637329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D57310-2576-639A-1A45-10E125B6B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0376FC-2117-C00D-9224-5CBBFF56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322EF2-898A-E20C-BE6B-D4245682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F83A1D-9A69-8F28-02E6-57505CEC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65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AA944-00D1-F315-E0CE-C43DBE574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C31E36-BA5E-AC3D-FD4B-8DA1E85D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2491A5-621C-3A17-257E-3163D9DDF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DD7AE9-E0FF-F3DC-7F92-D3DC153A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08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981F43-3477-8C12-ACF6-FFF203E2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3B29DB-8E78-5A96-59CB-ED3E86C0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75D99D-76F1-EC45-9D3F-496E77C5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95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9FB99-0F27-E785-4ADA-7A067535F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5F2522-88C0-BECC-C268-4E87E5D35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441504-F98F-F8E1-F905-AA15B3D12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4F29C2-BE6E-08C9-F68B-0EB7E82D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45737E-EC03-471E-7DBD-60D2B417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E7F96F-AF89-B6E2-1A1A-151E6180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76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01385-D8BF-5FBC-F343-27DAC3EAA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8D6443-E1FB-2FB4-3051-6F3809C32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97C799-9085-E7D7-C315-85F5907CB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DA13F9-0E8B-5ACF-F273-B8026C1F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3CEF5B-5AD9-105F-5390-AE7358B7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64D7A8-75BA-89E8-1004-BF7B442C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007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B768D2-5CF2-B090-3311-59B05D94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F627FF-8D3D-1B04-BF6D-A92B18595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891C82-5647-D142-D9FF-B82122332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9B365E-5AB2-F307-0D20-FCF2F187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0E8F29-6DE5-5C77-7B07-13D32D6E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33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560797-A490-E6FE-1CA0-DA4912FBB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316B1B-8DCB-488E-EBE2-4F90618D6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00F05B-D742-6AB8-C849-FABF6C4C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6E5D75-34C4-173F-EC5E-5E63B82F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F43F3C-C208-4085-09DF-711E7945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60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D0B8AB0-6999-E3E9-F8CC-2F5B3EF5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363919-0078-6896-31A8-05019BE02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833E0-2D96-9DEF-B46E-59FE59FFB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7D7D4-5C46-4230-93B4-20DC440360FB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8EB74-07B8-CD53-37D5-2FF27DF1E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924A4A-AAE4-5DCA-930C-C8214418F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86B23-65CF-4784-A212-B8327DCC1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40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CAD2-796C-5C91-D3A0-0A68D4D6CC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2DGP</a:t>
            </a:r>
            <a:br>
              <a:rPr lang="en-US" altLang="ko-KR" b="1" dirty="0"/>
            </a:br>
            <a:r>
              <a:rPr lang="ko-KR" altLang="en-US" b="1" dirty="0"/>
              <a:t>최종 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8B8B20-0B9B-4B3F-1C56-CBFA59E6B3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 algn="r"/>
            <a:r>
              <a:rPr lang="en-US" altLang="ko-KR" dirty="0"/>
              <a:t>2021182030 </a:t>
            </a:r>
            <a:r>
              <a:rPr lang="ko-KR" altLang="en-US" dirty="0"/>
              <a:t>이재민</a:t>
            </a:r>
          </a:p>
        </p:txBody>
      </p:sp>
      <p:pic>
        <p:nvPicPr>
          <p:cNvPr id="6" name="오디오 5">
            <a:hlinkClick r:id="" action="ppaction://media"/>
            <a:extLst>
              <a:ext uri="{FF2B5EF4-FFF2-40B4-BE49-F238E27FC236}">
                <a16:creationId xmlns:a16="http://schemas.microsoft.com/office/drawing/2014/main" id="{70EAF75E-B9F5-C010-4839-7F9600486F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66105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"/>
    </mc:Choice>
    <mc:Fallback>
      <p:transition spd="slow" advTm="35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9542C-3804-7284-0942-5A856200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개발 진척도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AC3A3FC-A295-2F30-DB75-F4818D982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5547646"/>
              </p:ext>
            </p:extLst>
          </p:nvPr>
        </p:nvGraphicFramePr>
        <p:xfrm>
          <a:off x="838200" y="1825625"/>
          <a:ext cx="105156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257">
                  <a:extLst>
                    <a:ext uri="{9D8B030D-6E8A-4147-A177-3AD203B41FA5}">
                      <a16:colId xmlns:a16="http://schemas.microsoft.com/office/drawing/2014/main" val="3576014581"/>
                    </a:ext>
                  </a:extLst>
                </a:gridCol>
                <a:gridCol w="5739441">
                  <a:extLst>
                    <a:ext uri="{9D8B030D-6E8A-4147-A177-3AD203B41FA5}">
                      <a16:colId xmlns:a16="http://schemas.microsoft.com/office/drawing/2014/main" val="65290632"/>
                    </a:ext>
                  </a:extLst>
                </a:gridCol>
                <a:gridCol w="1834551">
                  <a:extLst>
                    <a:ext uri="{9D8B030D-6E8A-4147-A177-3AD203B41FA5}">
                      <a16:colId xmlns:a16="http://schemas.microsoft.com/office/drawing/2014/main" val="3987039583"/>
                    </a:ext>
                  </a:extLst>
                </a:gridCol>
                <a:gridCol w="996351">
                  <a:extLst>
                    <a:ext uri="{9D8B030D-6E8A-4147-A177-3AD203B41FA5}">
                      <a16:colId xmlns:a16="http://schemas.microsoft.com/office/drawing/2014/main" val="2218835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450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맵</a:t>
                      </a:r>
                      <a:endParaRPr lang="en-US" altLang="ko-K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Stage1, 2, 3 </a:t>
                      </a:r>
                      <a:r>
                        <a:rPr lang="ko-KR" altLang="en-US" sz="1600" dirty="0"/>
                        <a:t>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모두 제작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80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캐릭터 컨트롤러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좌우이동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숙이기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공격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방어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모두 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16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게임 코어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플레이어 총알과 몬스터의 충돌 구현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몬스터의 발사체와 플레이어의 충돌 구현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현재 스테이지의 몬스터 처치 완료 시 스테이지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모두 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34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모델링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플레이어 캐릭터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기본 몬스터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보스 몬스터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스테이지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메뉴창</a:t>
                      </a:r>
                      <a:r>
                        <a:rPr lang="ko-KR" altLang="en-US" sz="1600" dirty="0"/>
                        <a:t> 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모두 제작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167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게임 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스테이지</a:t>
                      </a:r>
                      <a:r>
                        <a:rPr lang="en-US" altLang="ko-KR" sz="1600" dirty="0"/>
                        <a:t>1 : </a:t>
                      </a:r>
                      <a:r>
                        <a:rPr lang="ko-KR" altLang="en-US" sz="1600" dirty="0"/>
                        <a:t>기본 몬스터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마리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쉬움</a:t>
                      </a:r>
                      <a:r>
                        <a:rPr lang="en-US" altLang="ko-KR" sz="1600" dirty="0"/>
                        <a:t>)</a:t>
                      </a:r>
                    </a:p>
                    <a:p>
                      <a:pPr latinLnBrk="1"/>
                      <a:r>
                        <a:rPr lang="ko-KR" altLang="en-US" sz="1600" dirty="0"/>
                        <a:t>스테이지</a:t>
                      </a:r>
                      <a:r>
                        <a:rPr lang="en-US" altLang="ko-KR" sz="1600" dirty="0"/>
                        <a:t>2 : </a:t>
                      </a:r>
                      <a:r>
                        <a:rPr lang="ko-KR" altLang="en-US" sz="1600" dirty="0"/>
                        <a:t>기본 몬스터 </a:t>
                      </a:r>
                      <a:r>
                        <a:rPr lang="en-US" altLang="ko-KR" sz="1600" dirty="0"/>
                        <a:t>3</a:t>
                      </a:r>
                      <a:r>
                        <a:rPr lang="ko-KR" altLang="en-US" sz="1600" dirty="0"/>
                        <a:t>마리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중간</a:t>
                      </a:r>
                      <a:r>
                        <a:rPr lang="en-US" altLang="ko-KR" sz="1600" dirty="0"/>
                        <a:t>)</a:t>
                      </a:r>
                    </a:p>
                    <a:p>
                      <a:pPr latinLnBrk="1"/>
                      <a:r>
                        <a:rPr lang="ko-KR" altLang="en-US" sz="1600" dirty="0"/>
                        <a:t>스테이지</a:t>
                      </a:r>
                      <a:r>
                        <a:rPr lang="en-US" altLang="ko-KR" sz="1600" dirty="0"/>
                        <a:t>3 : </a:t>
                      </a:r>
                      <a:r>
                        <a:rPr lang="ko-KR" altLang="en-US" sz="1600" dirty="0"/>
                        <a:t>보스 몬스터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마리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어려움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모두 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829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플레이 모드 사운드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타이틀 모드 사운드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pPr latinLnBrk="1"/>
                      <a:r>
                        <a:rPr lang="ko-KR" altLang="en-US" sz="1600" dirty="0"/>
                        <a:t>공격 효과음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플레이어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기본 몬스터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보스 몬스터</a:t>
                      </a:r>
                      <a:r>
                        <a:rPr lang="en-US" altLang="ko-KR" sz="1600" dirty="0"/>
                        <a:t>)</a:t>
                      </a:r>
                    </a:p>
                    <a:p>
                      <a:pPr latinLnBrk="1"/>
                      <a:r>
                        <a:rPr lang="ko-KR" altLang="en-US" sz="1600" dirty="0"/>
                        <a:t>버튼 </a:t>
                      </a:r>
                      <a:r>
                        <a:rPr lang="ko-KR" altLang="en-US" sz="1600" dirty="0" err="1"/>
                        <a:t>호버링</a:t>
                      </a:r>
                      <a:r>
                        <a:rPr lang="ko-KR" altLang="en-US" sz="1600" dirty="0"/>
                        <a:t> 효과음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버튼 클릭 효과음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버튼 클릭 효과음 구현 미완료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85%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4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플레이어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달리기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숙이기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방어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공격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서있기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몬스터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기본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보스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공격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서있기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공격 발사체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각자의 사거리를 가지고 일직선으로 </a:t>
                      </a:r>
                      <a:r>
                        <a:rPr lang="ko-KR" altLang="en-US" sz="1600" dirty="0" err="1"/>
                        <a:t>날아감</a:t>
                      </a:r>
                      <a:endParaRPr lang="en-US" altLang="ko-K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모두 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953517"/>
                  </a:ext>
                </a:extLst>
              </a:tr>
            </a:tbl>
          </a:graphicData>
        </a:graphic>
      </p:graphicFrame>
      <p:pic>
        <p:nvPicPr>
          <p:cNvPr id="6" name="오디오 5">
            <a:hlinkClick r:id="" action="ppaction://media"/>
            <a:extLst>
              <a:ext uri="{FF2B5EF4-FFF2-40B4-BE49-F238E27FC236}">
                <a16:creationId xmlns:a16="http://schemas.microsoft.com/office/drawing/2014/main" id="{7D62D13A-6F52-1458-FACC-FE0F352A9A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73737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213"/>
    </mc:Choice>
    <mc:Fallback>
      <p:transition spd="slow" advTm="132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083A8-E594-416D-B47E-390F1F58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깃 </a:t>
            </a:r>
            <a:r>
              <a:rPr lang="ko-KR" altLang="en-US" b="1" dirty="0" err="1"/>
              <a:t>커밋</a:t>
            </a:r>
            <a:r>
              <a:rPr lang="ko-KR" altLang="en-US" b="1" dirty="0"/>
              <a:t> 통계 </a:t>
            </a:r>
            <a:r>
              <a:rPr lang="en-US" altLang="ko-KR" b="1" dirty="0"/>
              <a:t>– </a:t>
            </a:r>
            <a:r>
              <a:rPr lang="ko-KR" altLang="en-US" b="1" dirty="0"/>
              <a:t>주별 </a:t>
            </a:r>
            <a:r>
              <a:rPr lang="ko-KR" altLang="en-US" b="1" dirty="0" err="1"/>
              <a:t>커밋</a:t>
            </a:r>
            <a:r>
              <a:rPr lang="ko-KR" altLang="en-US" b="1" dirty="0"/>
              <a:t> 횟수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BE62A52-33B6-AB1D-8F91-A0C810AEAC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7207444"/>
              </p:ext>
            </p:extLst>
          </p:nvPr>
        </p:nvGraphicFramePr>
        <p:xfrm>
          <a:off x="838200" y="1825625"/>
          <a:ext cx="328522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279">
                  <a:extLst>
                    <a:ext uri="{9D8B030D-6E8A-4147-A177-3AD203B41FA5}">
                      <a16:colId xmlns:a16="http://schemas.microsoft.com/office/drawing/2014/main" val="1738078716"/>
                    </a:ext>
                  </a:extLst>
                </a:gridCol>
                <a:gridCol w="1201947">
                  <a:extLst>
                    <a:ext uri="{9D8B030D-6E8A-4147-A177-3AD203B41FA5}">
                      <a16:colId xmlns:a16="http://schemas.microsoft.com/office/drawing/2014/main" val="2386005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커밋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94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12 Oct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272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19 Oct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784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26 Oct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77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2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94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9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29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16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759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23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389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30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220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7 Dec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7485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CB04CFD5-036B-6516-006E-73570E086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4351" y="1825625"/>
            <a:ext cx="5670890" cy="3706343"/>
          </a:xfrm>
          <a:prstGeom prst="rect">
            <a:avLst/>
          </a:prstGeom>
        </p:spPr>
      </p:pic>
      <p:pic>
        <p:nvPicPr>
          <p:cNvPr id="5" name="오디오 4">
            <a:hlinkClick r:id="" action="ppaction://media"/>
            <a:extLst>
              <a:ext uri="{FF2B5EF4-FFF2-40B4-BE49-F238E27FC236}">
                <a16:creationId xmlns:a16="http://schemas.microsoft.com/office/drawing/2014/main" id="{4024C118-A172-225A-EE7B-7879153F73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19500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03"/>
    </mc:Choice>
    <mc:Fallback>
      <p:transition spd="slow" advTm="8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249</Words>
  <Application>Microsoft Office PowerPoint</Application>
  <PresentationFormat>와이드스크린</PresentationFormat>
  <Paragraphs>64</Paragraphs>
  <Slides>3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2DGP 최종 프로젝트 발표</vt:lpstr>
      <vt:lpstr>개발 진척도</vt:lpstr>
      <vt:lpstr>깃 커밋 통계 – 주별 커밋 횟수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jaemin lee</dc:creator>
  <cp:lastModifiedBy>jaemin lee</cp:lastModifiedBy>
  <cp:revision>5</cp:revision>
  <dcterms:created xsi:type="dcterms:W3CDTF">2025-12-08T12:02:24Z</dcterms:created>
  <dcterms:modified xsi:type="dcterms:W3CDTF">2025-12-10T13:06:33Z</dcterms:modified>
</cp:coreProperties>
</file>